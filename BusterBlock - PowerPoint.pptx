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sldIdLst>
    <p:sldId id="256" r:id="rId5"/>
    <p:sldId id="264" r:id="rId6"/>
    <p:sldId id="266" r:id="rId7"/>
    <p:sldId id="263" r:id="rId8"/>
    <p:sldId id="269" r:id="rId9"/>
    <p:sldId id="268" r:id="rId10"/>
    <p:sldId id="267" r:id="rId11"/>
    <p:sldId id="262" r:id="rId12"/>
    <p:sldId id="272" r:id="rId13"/>
    <p:sldId id="270" r:id="rId14"/>
    <p:sldId id="265" r:id="rId15"/>
    <p:sldId id="25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52880600-8FB3-40B7-BAE7-9AB4C6A49FD8}">
          <p14:sldIdLst>
            <p14:sldId id="256"/>
            <p14:sldId id="264"/>
            <p14:sldId id="266"/>
            <p14:sldId id="263"/>
            <p14:sldId id="269"/>
            <p14:sldId id="268"/>
            <p14:sldId id="267"/>
          </p14:sldIdLst>
        </p14:section>
        <p14:section name="Section sans titre" id="{989C3330-BBB1-4020-8945-EBB488F09011}">
          <p14:sldIdLst>
            <p14:sldId id="262"/>
            <p14:sldId id="272"/>
            <p14:sldId id="270"/>
            <p14:sldId id="265"/>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D869AC-5233-4509-AD16-73F9C8A200E3}" v="27" dt="2025-12-10T19:55:46.912"/>
    <p1510:client id="{6D2F745D-A89E-47E5-9B08-77522C4A12A2}" v="3" dt="2025-12-10T19:25:27.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6" autoAdjust="0"/>
    <p:restoredTop sz="94660"/>
  </p:normalViewPr>
  <p:slideViewPr>
    <p:cSldViewPr snapToGrid="0">
      <p:cViewPr varScale="1">
        <p:scale>
          <a:sx n="83" d="100"/>
          <a:sy n="83" d="100"/>
        </p:scale>
        <p:origin x="45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a:xfrm>
            <a:off x="2692397" y="5037663"/>
            <a:ext cx="5214635" cy="279400"/>
          </a:xfrm>
        </p:spPr>
        <p:txBody>
          <a:bodyPr/>
          <a:lstStyle/>
          <a:p>
            <a:endParaRPr lang="en-CA"/>
          </a:p>
        </p:txBody>
      </p:sp>
      <p:sp>
        <p:nvSpPr>
          <p:cNvPr id="6" name="Slide Number Placeholder 5"/>
          <p:cNvSpPr>
            <a:spLocks noGrp="1"/>
          </p:cNvSpPr>
          <p:nvPr>
            <p:ph type="sldNum" sz="quarter" idx="12"/>
          </p:nvPr>
        </p:nvSpPr>
        <p:spPr>
          <a:xfrm>
            <a:off x="8956900" y="5037663"/>
            <a:ext cx="551167" cy="279400"/>
          </a:xfrm>
        </p:spPr>
        <p:txBody>
          <a:bodyPr/>
          <a:lstStyle/>
          <a:p>
            <a:fld id="{6998F0AD-18C7-47FA-9079-67F00D1DCB0E}" type="slidenum">
              <a:rPr lang="en-CA" smtClean="0"/>
              <a:t>‹N°›</a:t>
            </a:fld>
            <a:endParaRPr lang="en-CA"/>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9882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386169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70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A180367-130A-463C-B98B-93A45A44C47E}" type="datetimeFigureOut">
              <a:rPr lang="en-CA" smtClean="0"/>
              <a:t>2025-12-10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3862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A180367-130A-463C-B98B-93A45A44C47E}" type="datetimeFigureOut">
              <a:rPr lang="en-CA" smtClean="0"/>
              <a:t>2025-12-10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998F0AD-18C7-47FA-9079-67F00D1DCB0E}" type="slidenum">
              <a:rPr lang="en-CA" smtClean="0"/>
              <a:t>‹N°›</a:t>
            </a:fld>
            <a:endParaRPr lang="en-CA"/>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109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A180367-130A-463C-B98B-93A45A44C47E}" type="datetimeFigureOut">
              <a:rPr lang="en-CA" smtClean="0"/>
              <a:t>2025-12-10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998F0AD-18C7-47FA-9079-67F00D1DCB0E}" type="slidenum">
              <a:rPr lang="en-CA" smtClean="0"/>
              <a:t>‹N°›</a:t>
            </a:fld>
            <a:endParaRPr lang="en-C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762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180367-130A-463C-B98B-93A45A44C47E}" type="datetimeFigureOut">
              <a:rPr lang="en-CA" smtClean="0"/>
              <a:t>2025-12-10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149308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A180367-130A-463C-B98B-93A45A44C47E}" type="datetimeFigureOut">
              <a:rPr lang="en-CA" smtClean="0"/>
              <a:t>2025-12-10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998F0AD-18C7-47FA-9079-67F00D1DCB0E}" type="slidenum">
              <a:rPr lang="en-CA" smtClean="0"/>
              <a:t>‹N°›</a:t>
            </a:fld>
            <a:endParaRPr lang="en-CA"/>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4471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A180367-130A-463C-B98B-93A45A44C47E}" type="datetimeFigureOut">
              <a:rPr lang="en-CA" smtClean="0"/>
              <a:t>2025-12-10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197947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A180367-130A-463C-B98B-93A45A44C47E}" type="datetimeFigureOut">
              <a:rPr lang="en-CA" smtClean="0"/>
              <a:t>2025-12-10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921142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2249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6076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spTree>
    <p:extLst>
      <p:ext uri="{BB962C8B-B14F-4D97-AF65-F5344CB8AC3E}">
        <p14:creationId xmlns:p14="http://schemas.microsoft.com/office/powerpoint/2010/main" val="544803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4048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3802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7556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A180367-130A-463C-B98B-93A45A44C47E}" type="datetimeFigureOut">
              <a:rPr lang="en-CA" smtClean="0"/>
              <a:t>2025-12-10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998F0AD-18C7-47FA-9079-67F00D1DCB0E}" type="slidenum">
              <a:rPr lang="en-CA" smtClean="0"/>
              <a:t>‹N°›</a:t>
            </a:fld>
            <a:endParaRPr lang="en-CA"/>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883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A180367-130A-463C-B98B-93A45A44C47E}" type="datetimeFigureOut">
              <a:rPr lang="en-CA" smtClean="0"/>
              <a:t>2025-12-10</a:t>
            </a:fld>
            <a:endParaRPr lang="en-CA"/>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CA"/>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98F0AD-18C7-47FA-9079-67F00D1DCB0E}" type="slidenum">
              <a:rPr lang="en-CA" smtClean="0"/>
              <a:t>‹N°›</a:t>
            </a:fld>
            <a:endParaRPr lang="en-CA"/>
          </a:p>
        </p:txBody>
      </p:sp>
    </p:spTree>
    <p:extLst>
      <p:ext uri="{BB962C8B-B14F-4D97-AF65-F5344CB8AC3E}">
        <p14:creationId xmlns:p14="http://schemas.microsoft.com/office/powerpoint/2010/main" val="188182482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4B628-983B-B445-9A9A-D3E3CBF7AAF8}"/>
              </a:ext>
            </a:extLst>
          </p:cNvPr>
          <p:cNvSpPr>
            <a:spLocks noGrp="1"/>
          </p:cNvSpPr>
          <p:nvPr>
            <p:ph type="ctrTitle"/>
          </p:nvPr>
        </p:nvSpPr>
        <p:spPr/>
        <p:txBody>
          <a:bodyPr/>
          <a:lstStyle/>
          <a:p>
            <a:r>
              <a:rPr lang="fr-FR" b="1" dirty="0"/>
              <a:t>API BusterBlock</a:t>
            </a:r>
            <a:endParaRPr lang="en-CA" b="1" dirty="0"/>
          </a:p>
        </p:txBody>
      </p:sp>
      <p:sp>
        <p:nvSpPr>
          <p:cNvPr id="3" name="Sous-titre 2">
            <a:extLst>
              <a:ext uri="{FF2B5EF4-FFF2-40B4-BE49-F238E27FC236}">
                <a16:creationId xmlns:a16="http://schemas.microsoft.com/office/drawing/2014/main" id="{3FD9CD5B-9885-DD99-C4C5-1ED4E6AE8EC8}"/>
              </a:ext>
            </a:extLst>
          </p:cNvPr>
          <p:cNvSpPr>
            <a:spLocks noGrp="1"/>
          </p:cNvSpPr>
          <p:nvPr>
            <p:ph type="subTitle" idx="1"/>
          </p:nvPr>
        </p:nvSpPr>
        <p:spPr/>
        <p:txBody>
          <a:bodyPr/>
          <a:lstStyle/>
          <a:p>
            <a:r>
              <a:rPr lang="fr-FR" dirty="0"/>
              <a:t>Par Lucas Bidault-Meresse et Eloge Assiobo</a:t>
            </a:r>
            <a:br>
              <a:rPr lang="fr-FR" dirty="0"/>
            </a:br>
            <a:r>
              <a:rPr lang="fr-FR" dirty="0"/>
              <a:t>&amp; Matthew Sabourin et Tien Tran</a:t>
            </a:r>
            <a:endParaRPr lang="en-CA" dirty="0"/>
          </a:p>
        </p:txBody>
      </p:sp>
    </p:spTree>
    <p:extLst>
      <p:ext uri="{BB962C8B-B14F-4D97-AF65-F5344CB8AC3E}">
        <p14:creationId xmlns:p14="http://schemas.microsoft.com/office/powerpoint/2010/main" val="4118153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re 1">
            <a:extLst>
              <a:ext uri="{FF2B5EF4-FFF2-40B4-BE49-F238E27FC236}">
                <a16:creationId xmlns:a16="http://schemas.microsoft.com/office/drawing/2014/main" id="{AC7FED12-A626-229A-0777-C6370F31F7EC}"/>
              </a:ext>
            </a:extLst>
          </p:cNvPr>
          <p:cNvSpPr>
            <a:spLocks noGrp="1"/>
          </p:cNvSpPr>
          <p:nvPr>
            <p:ph type="title"/>
          </p:nvPr>
        </p:nvSpPr>
        <p:spPr>
          <a:xfrm>
            <a:off x="952108" y="954756"/>
            <a:ext cx="2730414" cy="4946003"/>
          </a:xfrm>
        </p:spPr>
        <p:txBody>
          <a:bodyPr>
            <a:normAutofit/>
          </a:bodyPr>
          <a:lstStyle/>
          <a:p>
            <a:r>
              <a:rPr lang="fr-FR">
                <a:solidFill>
                  <a:srgbClr val="FFFFFF"/>
                </a:solidFill>
              </a:rPr>
              <a:t>Objectif:</a:t>
            </a:r>
            <a:endParaRPr lang="en-CA">
              <a:solidFill>
                <a:srgbClr val="FFFFFF"/>
              </a:solidFill>
            </a:endParaRP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052F8D9C-7906-0FF6-D1D7-8EF9D2B38A1B}"/>
              </a:ext>
            </a:extLst>
          </p:cNvPr>
          <p:cNvSpPr>
            <a:spLocks noGrp="1"/>
          </p:cNvSpPr>
          <p:nvPr>
            <p:ph idx="1"/>
          </p:nvPr>
        </p:nvSpPr>
        <p:spPr>
          <a:xfrm>
            <a:off x="5140934" y="469900"/>
            <a:ext cx="5953630" cy="5405968"/>
          </a:xfrm>
        </p:spPr>
        <p:txBody>
          <a:bodyPr anchor="ctr">
            <a:normAutofit/>
          </a:bodyPr>
          <a:lstStyle/>
          <a:p>
            <a:r>
              <a:rPr lang="fr-FR" dirty="0"/>
              <a:t>Cette API a pour objectif de résoudre la complexité opérationnelle d'un service de location de médias pour la succursale fictive de BusterBlock. Elle permet de gérer de manière centralisée et automatisée le catalogue de films et les différents types d'utilisateurs. L'objectif est d'assurer une gestion plus efficace et d'optimiser l'expérience utilisateur.</a:t>
            </a:r>
            <a:endParaRPr lang="en-CA" dirty="0"/>
          </a:p>
        </p:txBody>
      </p:sp>
    </p:spTree>
    <p:extLst>
      <p:ext uri="{BB962C8B-B14F-4D97-AF65-F5344CB8AC3E}">
        <p14:creationId xmlns:p14="http://schemas.microsoft.com/office/powerpoint/2010/main" val="2465637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41" name="Group 26">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28" name="Picture 27">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2" name="Rectangle 41">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30" name="Picture 29">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31" name="Picture 30">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43" name="Straight Connector 32">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44" name="Rectangle 43">
            <a:extLst>
              <a:ext uri="{FF2B5EF4-FFF2-40B4-BE49-F238E27FC236}">
                <a16:creationId xmlns:a16="http://schemas.microsoft.com/office/drawing/2014/main" id="{22C7FDF9-C2A1-45C5-A49B-8B1CA2A3C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5"/>
            <a:stretch/>
          </a:blipFill>
          <a:ln w="15875" cap="flat" cmpd="sng" algn="ctr">
            <a:solidFill>
              <a:srgbClr val="AB946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pic>
        <p:nvPicPr>
          <p:cNvPr id="45" name="Picture 36">
            <a:extLst>
              <a:ext uri="{FF2B5EF4-FFF2-40B4-BE49-F238E27FC236}">
                <a16:creationId xmlns:a16="http://schemas.microsoft.com/office/drawing/2014/main" id="{8D8988FF-4B5F-49A9-BB7F-B49C1610F1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 name="Titre 3">
            <a:extLst>
              <a:ext uri="{FF2B5EF4-FFF2-40B4-BE49-F238E27FC236}">
                <a16:creationId xmlns:a16="http://schemas.microsoft.com/office/drawing/2014/main" id="{9B089C74-A22A-F228-5E27-D34D4484FFD8}"/>
              </a:ext>
            </a:extLst>
          </p:cNvPr>
          <p:cNvSpPr>
            <a:spLocks noGrp="1"/>
          </p:cNvSpPr>
          <p:nvPr>
            <p:ph type="title"/>
          </p:nvPr>
        </p:nvSpPr>
        <p:spPr>
          <a:xfrm>
            <a:off x="2692398" y="1871131"/>
            <a:ext cx="6815669" cy="1515533"/>
          </a:xfrm>
        </p:spPr>
        <p:txBody>
          <a:bodyPr vert="horz" lIns="91440" tIns="45720" rIns="91440" bIns="45720" rtlCol="0" anchor="b">
            <a:normAutofit/>
          </a:bodyPr>
          <a:lstStyle/>
          <a:p>
            <a:r>
              <a:rPr lang="en-US" sz="5400" dirty="0"/>
              <a:t>Fonctionnement:</a:t>
            </a:r>
          </a:p>
        </p:txBody>
      </p:sp>
      <p:sp>
        <p:nvSpPr>
          <p:cNvPr id="5" name="Espace réservé du texte 4">
            <a:extLst>
              <a:ext uri="{FF2B5EF4-FFF2-40B4-BE49-F238E27FC236}">
                <a16:creationId xmlns:a16="http://schemas.microsoft.com/office/drawing/2014/main" id="{E652B95A-5A40-8631-53DB-51F49C469637}"/>
              </a:ext>
            </a:extLst>
          </p:cNvPr>
          <p:cNvSpPr>
            <a:spLocks noGrp="1"/>
          </p:cNvSpPr>
          <p:nvPr>
            <p:ph type="body" idx="1"/>
          </p:nvPr>
        </p:nvSpPr>
        <p:spPr>
          <a:xfrm>
            <a:off x="2692398" y="3657597"/>
            <a:ext cx="6815669" cy="1320802"/>
          </a:xfrm>
        </p:spPr>
        <p:txBody>
          <a:bodyPr vert="horz" lIns="91440" tIns="45720" rIns="91440" bIns="45720" rtlCol="0" anchor="t">
            <a:normAutofit fontScale="92500" lnSpcReduction="20000"/>
          </a:bodyPr>
          <a:lstStyle/>
          <a:p>
            <a:pPr algn="l"/>
            <a:r>
              <a:rPr lang="fr-FR" sz="1800" b="1" dirty="0"/>
              <a:t>Les non-membres</a:t>
            </a:r>
          </a:p>
          <a:p>
            <a:pPr algn="l"/>
            <a:r>
              <a:rPr lang="fr-FR" sz="1800" b="1" dirty="0"/>
              <a:t>Les membres</a:t>
            </a:r>
          </a:p>
          <a:p>
            <a:pPr algn="l"/>
            <a:r>
              <a:rPr lang="fr-FR" sz="1800" b="1" dirty="0"/>
              <a:t>Les employés</a:t>
            </a:r>
          </a:p>
          <a:p>
            <a:pPr algn="l"/>
            <a:r>
              <a:rPr lang="fr-FR" sz="1800" b="1" dirty="0"/>
              <a:t>Les managers</a:t>
            </a:r>
          </a:p>
        </p:txBody>
      </p:sp>
      <p:cxnSp>
        <p:nvCxnSpPr>
          <p:cNvPr id="46" name="Straight Connector 38">
            <a:extLst>
              <a:ext uri="{FF2B5EF4-FFF2-40B4-BE49-F238E27FC236}">
                <a16:creationId xmlns:a16="http://schemas.microsoft.com/office/drawing/2014/main" id="{CE580401-353D-4D90-9CA7-316BFD718E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5873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5786EAC-A9B7-0C78-800E-31E85B28C340}"/>
              </a:ext>
            </a:extLst>
          </p:cNvPr>
          <p:cNvSpPr>
            <a:spLocks noGrp="1"/>
          </p:cNvSpPr>
          <p:nvPr>
            <p:ph type="title"/>
          </p:nvPr>
        </p:nvSpPr>
        <p:spPr>
          <a:xfrm>
            <a:off x="804421" y="796374"/>
            <a:ext cx="10583158" cy="880027"/>
          </a:xfrm>
        </p:spPr>
        <p:txBody>
          <a:bodyPr>
            <a:normAutofit/>
          </a:bodyPr>
          <a:lstStyle/>
          <a:p>
            <a:r>
              <a:rPr lang="fr-FR" dirty="0">
                <a:solidFill>
                  <a:srgbClr val="FFFFFF"/>
                </a:solidFill>
              </a:rPr>
              <a:t>Les non-membres:</a:t>
            </a:r>
            <a:endParaRPr lang="en-CA" dirty="0">
              <a:solidFill>
                <a:srgbClr val="FFFFFF"/>
              </a:solidFill>
            </a:endParaRP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A1FAF272-4B6D-42DD-287D-A49AE6EEB7F8}"/>
              </a:ext>
            </a:extLst>
          </p:cNvPr>
          <p:cNvSpPr>
            <a:spLocks noGrp="1"/>
          </p:cNvSpPr>
          <p:nvPr>
            <p:ph idx="1"/>
          </p:nvPr>
        </p:nvSpPr>
        <p:spPr>
          <a:xfrm>
            <a:off x="1295401" y="2612256"/>
            <a:ext cx="9601196" cy="3263612"/>
          </a:xfrm>
        </p:spPr>
        <p:txBody>
          <a:bodyPr>
            <a:normAutofit/>
          </a:bodyPr>
          <a:lstStyle/>
          <a:p>
            <a:r>
              <a:rPr lang="fr-FR" dirty="0"/>
              <a:t>Consulter un magasin</a:t>
            </a:r>
          </a:p>
          <a:p>
            <a:r>
              <a:rPr lang="fr-FR" dirty="0"/>
              <a:t>Consulter le répertoire des films</a:t>
            </a:r>
          </a:p>
          <a:p>
            <a:r>
              <a:rPr lang="fr-FR" dirty="0"/>
              <a:t>Rechercher un film</a:t>
            </a:r>
          </a:p>
          <a:p>
            <a:r>
              <a:rPr lang="fr-FR" dirty="0"/>
              <a:t>Consulter les détails d’un film</a:t>
            </a:r>
          </a:p>
          <a:p>
            <a:endParaRPr lang="fr-FR" dirty="0"/>
          </a:p>
        </p:txBody>
      </p:sp>
    </p:spTree>
    <p:extLst>
      <p:ext uri="{BB962C8B-B14F-4D97-AF65-F5344CB8AC3E}">
        <p14:creationId xmlns:p14="http://schemas.microsoft.com/office/powerpoint/2010/main" val="1388995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C5BA55D-231A-F2AA-B8B2-AD68A5BF28C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92D8D3-84FD-288E-5C83-5CB941021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A2355C9-21E4-7D18-B501-CE5BE334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A3DC9C8-FCE5-0B64-4D15-2DED1E1C4826}"/>
              </a:ext>
            </a:extLst>
          </p:cNvPr>
          <p:cNvSpPr>
            <a:spLocks noGrp="1"/>
          </p:cNvSpPr>
          <p:nvPr>
            <p:ph type="title"/>
          </p:nvPr>
        </p:nvSpPr>
        <p:spPr>
          <a:xfrm>
            <a:off x="804421" y="796374"/>
            <a:ext cx="10583158" cy="880027"/>
          </a:xfrm>
        </p:spPr>
        <p:txBody>
          <a:bodyPr>
            <a:normAutofit/>
          </a:bodyPr>
          <a:lstStyle/>
          <a:p>
            <a:r>
              <a:rPr lang="fr-FR" dirty="0">
                <a:solidFill>
                  <a:srgbClr val="FFFFFF"/>
                </a:solidFill>
              </a:rPr>
              <a:t>Les membres:</a:t>
            </a:r>
            <a:endParaRPr lang="en-CA" dirty="0">
              <a:solidFill>
                <a:srgbClr val="FFFFFF"/>
              </a:solidFill>
            </a:endParaRPr>
          </a:p>
        </p:txBody>
      </p:sp>
      <p:sp>
        <p:nvSpPr>
          <p:cNvPr id="12" name="Rectangle 11">
            <a:extLst>
              <a:ext uri="{FF2B5EF4-FFF2-40B4-BE49-F238E27FC236}">
                <a16:creationId xmlns:a16="http://schemas.microsoft.com/office/drawing/2014/main" id="{FF6A3443-4DA1-23B9-43B1-126A3685E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DF48034F-FAE4-CF51-9CC6-F8BDF7084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016F7205-D3D0-0929-58B6-BA4BF53EF772}"/>
              </a:ext>
            </a:extLst>
          </p:cNvPr>
          <p:cNvSpPr>
            <a:spLocks noGrp="1"/>
          </p:cNvSpPr>
          <p:nvPr>
            <p:ph idx="1"/>
          </p:nvPr>
        </p:nvSpPr>
        <p:spPr>
          <a:xfrm>
            <a:off x="1295401" y="2612256"/>
            <a:ext cx="9601196" cy="3263612"/>
          </a:xfrm>
        </p:spPr>
        <p:txBody>
          <a:bodyPr>
            <a:normAutofit/>
          </a:bodyPr>
          <a:lstStyle/>
          <a:p>
            <a:r>
              <a:rPr lang="fr-FR" dirty="0"/>
              <a:t>Consulter un magasin</a:t>
            </a:r>
          </a:p>
          <a:p>
            <a:r>
              <a:rPr lang="fr-FR" dirty="0"/>
              <a:t>Consulter le répertoire des films</a:t>
            </a:r>
          </a:p>
          <a:p>
            <a:r>
              <a:rPr lang="fr-FR" dirty="0"/>
              <a:t>Rechercher un film</a:t>
            </a:r>
          </a:p>
          <a:p>
            <a:r>
              <a:rPr lang="fr-FR" dirty="0"/>
              <a:t>Consulter les détails d’un film</a:t>
            </a:r>
          </a:p>
        </p:txBody>
      </p:sp>
    </p:spTree>
    <p:extLst>
      <p:ext uri="{BB962C8B-B14F-4D97-AF65-F5344CB8AC3E}">
        <p14:creationId xmlns:p14="http://schemas.microsoft.com/office/powerpoint/2010/main" val="111558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6494B5B-1FC9-735E-6A67-FC59B0D5E6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7FB908-8C8A-8EA3-65BE-ADD074F65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16875E-3B56-4044-5531-7C475E632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BAE1195-CCAD-0031-11B9-D792358DEA59}"/>
              </a:ext>
            </a:extLst>
          </p:cNvPr>
          <p:cNvSpPr>
            <a:spLocks noGrp="1"/>
          </p:cNvSpPr>
          <p:nvPr>
            <p:ph type="title"/>
          </p:nvPr>
        </p:nvSpPr>
        <p:spPr>
          <a:xfrm>
            <a:off x="804421" y="796374"/>
            <a:ext cx="10583158" cy="880027"/>
          </a:xfrm>
        </p:spPr>
        <p:txBody>
          <a:bodyPr>
            <a:normAutofit/>
          </a:bodyPr>
          <a:lstStyle/>
          <a:p>
            <a:r>
              <a:rPr lang="fr-FR" dirty="0">
                <a:solidFill>
                  <a:srgbClr val="FFFFFF"/>
                </a:solidFill>
              </a:rPr>
              <a:t>Les employés:</a:t>
            </a:r>
            <a:endParaRPr lang="en-CA" dirty="0">
              <a:solidFill>
                <a:srgbClr val="FFFFFF"/>
              </a:solidFill>
            </a:endParaRPr>
          </a:p>
        </p:txBody>
      </p:sp>
      <p:sp>
        <p:nvSpPr>
          <p:cNvPr id="12" name="Rectangle 11">
            <a:extLst>
              <a:ext uri="{FF2B5EF4-FFF2-40B4-BE49-F238E27FC236}">
                <a16:creationId xmlns:a16="http://schemas.microsoft.com/office/drawing/2014/main" id="{B2261F88-C330-CE6F-5B55-02D82691D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FBD561F4-5F90-D58B-D607-73D47D518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E999B88A-F365-FDD5-ED3E-5F1166473144}"/>
              </a:ext>
            </a:extLst>
          </p:cNvPr>
          <p:cNvSpPr>
            <a:spLocks noGrp="1"/>
          </p:cNvSpPr>
          <p:nvPr>
            <p:ph idx="1"/>
          </p:nvPr>
        </p:nvSpPr>
        <p:spPr>
          <a:xfrm>
            <a:off x="1295401" y="2612256"/>
            <a:ext cx="9601196" cy="3263612"/>
          </a:xfrm>
        </p:spPr>
        <p:txBody>
          <a:bodyPr>
            <a:normAutofit/>
          </a:bodyPr>
          <a:lstStyle/>
          <a:p>
            <a:r>
              <a:rPr lang="fr-FR" dirty="0"/>
              <a:t>Les droits des non-membres</a:t>
            </a:r>
          </a:p>
          <a:p>
            <a:r>
              <a:rPr lang="fr-FR" dirty="0"/>
              <a:t>Gérer l’inventaire et les modifications des magasins</a:t>
            </a:r>
          </a:p>
          <a:p>
            <a:r>
              <a:rPr lang="fr-FR" dirty="0"/>
              <a:t>Modifier un film</a:t>
            </a:r>
          </a:p>
        </p:txBody>
      </p:sp>
    </p:spTree>
    <p:extLst>
      <p:ext uri="{BB962C8B-B14F-4D97-AF65-F5344CB8AC3E}">
        <p14:creationId xmlns:p14="http://schemas.microsoft.com/office/powerpoint/2010/main" val="1624113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00D3805-A7EC-7ABC-ED01-E3682F3517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58D3F5-1672-2535-EC4A-9FC84F4B7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EC5A5A-CC8C-7A4F-F1D5-8811C76DD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C3328F3-D11E-CB62-DE05-9C9FE1645EDE}"/>
              </a:ext>
            </a:extLst>
          </p:cNvPr>
          <p:cNvSpPr>
            <a:spLocks noGrp="1"/>
          </p:cNvSpPr>
          <p:nvPr>
            <p:ph type="title"/>
          </p:nvPr>
        </p:nvSpPr>
        <p:spPr>
          <a:xfrm>
            <a:off x="804421" y="796374"/>
            <a:ext cx="10583158" cy="880027"/>
          </a:xfrm>
        </p:spPr>
        <p:txBody>
          <a:bodyPr>
            <a:normAutofit/>
          </a:bodyPr>
          <a:lstStyle/>
          <a:p>
            <a:r>
              <a:rPr lang="fr-FR" dirty="0">
                <a:solidFill>
                  <a:srgbClr val="FFFFFF"/>
                </a:solidFill>
              </a:rPr>
              <a:t>Les managers:</a:t>
            </a:r>
            <a:endParaRPr lang="en-CA" dirty="0">
              <a:solidFill>
                <a:srgbClr val="FFFFFF"/>
              </a:solidFill>
            </a:endParaRPr>
          </a:p>
        </p:txBody>
      </p:sp>
      <p:sp>
        <p:nvSpPr>
          <p:cNvPr id="12" name="Rectangle 11">
            <a:extLst>
              <a:ext uri="{FF2B5EF4-FFF2-40B4-BE49-F238E27FC236}">
                <a16:creationId xmlns:a16="http://schemas.microsoft.com/office/drawing/2014/main" id="{BF69CF1C-8CB4-0A35-E631-81FE92729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E66B1DE4-42AD-BDF2-0A60-9050E029D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9AB85426-F7A3-EDD3-83A3-DC52E47CF057}"/>
              </a:ext>
            </a:extLst>
          </p:cNvPr>
          <p:cNvSpPr>
            <a:spLocks noGrp="1"/>
          </p:cNvSpPr>
          <p:nvPr>
            <p:ph idx="1"/>
          </p:nvPr>
        </p:nvSpPr>
        <p:spPr>
          <a:xfrm>
            <a:off x="1295401" y="2612256"/>
            <a:ext cx="9601196" cy="3263612"/>
          </a:xfrm>
        </p:spPr>
        <p:txBody>
          <a:bodyPr>
            <a:normAutofit/>
          </a:bodyPr>
          <a:lstStyle/>
          <a:p>
            <a:r>
              <a:rPr lang="fr-FR" dirty="0"/>
              <a:t>Les droits des employés</a:t>
            </a:r>
          </a:p>
          <a:p>
            <a:r>
              <a:rPr lang="fr-FR" dirty="0"/>
              <a:t>Ajouter un film</a:t>
            </a:r>
          </a:p>
          <a:p>
            <a:r>
              <a:rPr lang="fr-FR" dirty="0"/>
              <a:t>Modifier un film</a:t>
            </a:r>
          </a:p>
          <a:p>
            <a:r>
              <a:rPr lang="fr-FR" dirty="0"/>
              <a:t>Supprimer un film</a:t>
            </a:r>
          </a:p>
        </p:txBody>
      </p:sp>
    </p:spTree>
    <p:extLst>
      <p:ext uri="{BB962C8B-B14F-4D97-AF65-F5344CB8AC3E}">
        <p14:creationId xmlns:p14="http://schemas.microsoft.com/office/powerpoint/2010/main" val="1418687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6F6A1F-54E6-359F-29C3-C4FE676C5372}"/>
              </a:ext>
            </a:extLst>
          </p:cNvPr>
          <p:cNvSpPr>
            <a:spLocks noGrp="1"/>
          </p:cNvSpPr>
          <p:nvPr>
            <p:ph type="title"/>
          </p:nvPr>
        </p:nvSpPr>
        <p:spPr>
          <a:xfrm>
            <a:off x="804421" y="796374"/>
            <a:ext cx="10583158" cy="880027"/>
          </a:xfrm>
        </p:spPr>
        <p:txBody>
          <a:bodyPr>
            <a:normAutofit/>
          </a:bodyPr>
          <a:lstStyle/>
          <a:p>
            <a:r>
              <a:rPr lang="fr-FR">
                <a:solidFill>
                  <a:srgbClr val="FFFFFF"/>
                </a:solidFill>
              </a:rPr>
              <a:t>Premier scénario: Magasin</a:t>
            </a:r>
            <a:endParaRPr lang="en-CA">
              <a:solidFill>
                <a:srgbClr val="FFFFFF"/>
              </a:solidFill>
            </a:endParaRP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776DFA5-CDEA-A9A8-C491-AC369D95F560}"/>
              </a:ext>
            </a:extLst>
          </p:cNvPr>
          <p:cNvSpPr>
            <a:spLocks noGrp="1"/>
          </p:cNvSpPr>
          <p:nvPr>
            <p:ph idx="1"/>
          </p:nvPr>
        </p:nvSpPr>
        <p:spPr>
          <a:xfrm>
            <a:off x="1295401" y="2612256"/>
            <a:ext cx="9601196" cy="3263612"/>
          </a:xfrm>
        </p:spPr>
        <p:txBody>
          <a:bodyPr>
            <a:normAutofit/>
          </a:bodyPr>
          <a:lstStyle/>
          <a:p>
            <a:r>
              <a:rPr lang="fr-CA" dirty="0"/>
              <a:t>Matthew n’est pas un membre de BusterBlock. Avant de s’inscrire, il souhaite vérifier s’il y a un magasin BusterBlock près de chez lui.</a:t>
            </a:r>
          </a:p>
        </p:txBody>
      </p:sp>
    </p:spTree>
    <p:extLst>
      <p:ext uri="{BB962C8B-B14F-4D97-AF65-F5344CB8AC3E}">
        <p14:creationId xmlns:p14="http://schemas.microsoft.com/office/powerpoint/2010/main" val="1375092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6F6A1F-54E6-359F-29C3-C4FE676C5372}"/>
              </a:ext>
            </a:extLst>
          </p:cNvPr>
          <p:cNvSpPr>
            <a:spLocks noGrp="1"/>
          </p:cNvSpPr>
          <p:nvPr>
            <p:ph type="title"/>
          </p:nvPr>
        </p:nvSpPr>
        <p:spPr>
          <a:xfrm>
            <a:off x="804421" y="796374"/>
            <a:ext cx="10583158" cy="880027"/>
          </a:xfrm>
        </p:spPr>
        <p:txBody>
          <a:bodyPr>
            <a:normAutofit/>
          </a:bodyPr>
          <a:lstStyle/>
          <a:p>
            <a:r>
              <a:rPr lang="en-US" dirty="0">
                <a:solidFill>
                  <a:srgbClr val="FFFFFF"/>
                </a:solidFill>
              </a:rPr>
              <a:t>Deuxième</a:t>
            </a:r>
            <a:r>
              <a:rPr lang="fr-FR" dirty="0">
                <a:solidFill>
                  <a:srgbClr val="FFFFFF"/>
                </a:solidFill>
              </a:rPr>
              <a:t> scénario: </a:t>
            </a:r>
            <a:r>
              <a:rPr lang="en-US" dirty="0">
                <a:solidFill>
                  <a:srgbClr val="FFFFFF"/>
                </a:solidFill>
              </a:rPr>
              <a:t>Film</a:t>
            </a:r>
            <a:endParaRPr lang="en-CA" dirty="0">
              <a:solidFill>
                <a:srgbClr val="FFFFFF"/>
              </a:solidFill>
            </a:endParaRP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776DFA5-CDEA-A9A8-C491-AC369D95F560}"/>
              </a:ext>
            </a:extLst>
          </p:cNvPr>
          <p:cNvSpPr>
            <a:spLocks noGrp="1"/>
          </p:cNvSpPr>
          <p:nvPr>
            <p:ph idx="1"/>
          </p:nvPr>
        </p:nvSpPr>
        <p:spPr>
          <a:xfrm>
            <a:off x="1295401" y="2612256"/>
            <a:ext cx="9601196" cy="3263612"/>
          </a:xfrm>
        </p:spPr>
        <p:txBody>
          <a:bodyPr>
            <a:normAutofit/>
          </a:bodyPr>
          <a:lstStyle/>
          <a:p>
            <a:r>
              <a:rPr lang="fr-CA" dirty="0"/>
              <a:t>Tien est un membre de BusterBlock, et il souhaite savoir quels films sont disponibles dans la franchise.</a:t>
            </a:r>
          </a:p>
        </p:txBody>
      </p:sp>
    </p:spTree>
    <p:extLst>
      <p:ext uri="{BB962C8B-B14F-4D97-AF65-F5344CB8AC3E}">
        <p14:creationId xmlns:p14="http://schemas.microsoft.com/office/powerpoint/2010/main" val="3015955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2986D2-4D43-8855-02D4-F30B223F71B3}"/>
              </a:ext>
            </a:extLst>
          </p:cNvPr>
          <p:cNvSpPr>
            <a:spLocks noGrp="1"/>
          </p:cNvSpPr>
          <p:nvPr>
            <p:ph type="title"/>
          </p:nvPr>
        </p:nvSpPr>
        <p:spPr>
          <a:xfrm>
            <a:off x="804420" y="802832"/>
            <a:ext cx="10583158" cy="880027"/>
          </a:xfrm>
        </p:spPr>
        <p:txBody>
          <a:bodyPr/>
          <a:lstStyle/>
          <a:p>
            <a:r>
              <a:rPr lang="en-US">
                <a:solidFill>
                  <a:srgbClr val="FFFFFF"/>
                </a:solidFill>
              </a:rPr>
              <a:t>Troisième scénario: Magasin</a:t>
            </a: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124373-7AEA-F3A1-F096-702348552842}"/>
              </a:ext>
            </a:extLst>
          </p:cNvPr>
          <p:cNvSpPr>
            <a:spLocks noGrp="1"/>
          </p:cNvSpPr>
          <p:nvPr>
            <p:ph idx="1"/>
          </p:nvPr>
        </p:nvSpPr>
        <p:spPr>
          <a:xfrm>
            <a:off x="1295401" y="2612256"/>
            <a:ext cx="9601196" cy="3263612"/>
          </a:xfrm>
        </p:spPr>
        <p:txBody>
          <a:bodyPr/>
          <a:lstStyle/>
          <a:p>
            <a:r>
              <a:rPr lang="fr-CA" dirty="0"/>
              <a:t>Lucas est un employé de BusterBlock, et son travail lui demande de modifier les détails d’un magasin.</a:t>
            </a:r>
          </a:p>
        </p:txBody>
      </p:sp>
    </p:spTree>
    <p:extLst>
      <p:ext uri="{BB962C8B-B14F-4D97-AF65-F5344CB8AC3E}">
        <p14:creationId xmlns:p14="http://schemas.microsoft.com/office/powerpoint/2010/main" val="3971087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CE80F2F5-41CD-8919-6AF5-FD5AA64F685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1" y="484632"/>
            <a:ext cx="11222737"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6244A80-3713-1E49-6684-96A61DB59C66}"/>
              </a:ext>
            </a:extLst>
          </p:cNvPr>
          <p:cNvSpPr>
            <a:spLocks noGrp="1"/>
          </p:cNvSpPr>
          <p:nvPr>
            <p:ph type="title"/>
          </p:nvPr>
        </p:nvSpPr>
        <p:spPr>
          <a:xfrm>
            <a:off x="804421" y="796374"/>
            <a:ext cx="10583158" cy="880027"/>
          </a:xfrm>
        </p:spPr>
        <p:txBody>
          <a:bodyPr>
            <a:normAutofit/>
          </a:bodyPr>
          <a:lstStyle/>
          <a:p>
            <a:r>
              <a:rPr lang="fr-CA" dirty="0">
                <a:solidFill>
                  <a:srgbClr val="FFFFFF"/>
                </a:solidFill>
              </a:rPr>
              <a:t>Quatrième</a:t>
            </a:r>
            <a:r>
              <a:rPr lang="fr-FR" dirty="0">
                <a:solidFill>
                  <a:srgbClr val="FFFFFF"/>
                </a:solidFill>
              </a:rPr>
              <a:t> scénario: Film</a:t>
            </a:r>
            <a:endParaRPr lang="en-CA" dirty="0">
              <a:solidFill>
                <a:srgbClr val="FFFFFF"/>
              </a:solidFill>
            </a:endParaRP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747" y="648377"/>
            <a:ext cx="10890504"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8EF6090-E3A2-B568-B148-C9CBC8884EDF}"/>
              </a:ext>
            </a:extLst>
          </p:cNvPr>
          <p:cNvSpPr>
            <a:spLocks noGrp="1"/>
          </p:cNvSpPr>
          <p:nvPr>
            <p:ph idx="1"/>
          </p:nvPr>
        </p:nvSpPr>
        <p:spPr>
          <a:xfrm>
            <a:off x="1295401" y="2612256"/>
            <a:ext cx="9601196" cy="3263612"/>
          </a:xfrm>
        </p:spPr>
        <p:txBody>
          <a:bodyPr>
            <a:normAutofit/>
          </a:bodyPr>
          <a:lstStyle/>
          <a:p>
            <a:r>
              <a:rPr lang="fr-CA" dirty="0" err="1"/>
              <a:t>Eloge</a:t>
            </a:r>
            <a:r>
              <a:rPr lang="fr-CA" dirty="0"/>
              <a:t> est un manager de </a:t>
            </a:r>
            <a:r>
              <a:rPr lang="fr-CA" dirty="0" err="1"/>
              <a:t>BusterBlock</a:t>
            </a:r>
            <a:r>
              <a:rPr lang="fr-CA" dirty="0"/>
              <a:t>, et il souhaite ajouter un nouveau film au répertoire.</a:t>
            </a:r>
          </a:p>
        </p:txBody>
      </p:sp>
    </p:spTree>
    <p:extLst>
      <p:ext uri="{BB962C8B-B14F-4D97-AF65-F5344CB8AC3E}">
        <p14:creationId xmlns:p14="http://schemas.microsoft.com/office/powerpoint/2010/main" val="433936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re 1">
            <a:extLst>
              <a:ext uri="{FF2B5EF4-FFF2-40B4-BE49-F238E27FC236}">
                <a16:creationId xmlns:a16="http://schemas.microsoft.com/office/drawing/2014/main" id="{44ADE2BC-BAEC-2C0A-8D40-E44F0052070A}"/>
              </a:ext>
            </a:extLst>
          </p:cNvPr>
          <p:cNvSpPr>
            <a:spLocks noGrp="1"/>
          </p:cNvSpPr>
          <p:nvPr>
            <p:ph type="title"/>
          </p:nvPr>
        </p:nvSpPr>
        <p:spPr>
          <a:xfrm>
            <a:off x="952108" y="954756"/>
            <a:ext cx="2730414" cy="4946003"/>
          </a:xfrm>
        </p:spPr>
        <p:txBody>
          <a:bodyPr>
            <a:normAutofit/>
          </a:bodyPr>
          <a:lstStyle/>
          <a:p>
            <a:r>
              <a:rPr lang="fr-FR" sz="4100" dirty="0">
                <a:solidFill>
                  <a:srgbClr val="FFFFFF"/>
                </a:solidFill>
              </a:rPr>
              <a:t>Conclusion:</a:t>
            </a:r>
            <a:endParaRPr lang="en-CA" sz="4100" dirty="0">
              <a:solidFill>
                <a:srgbClr val="FFFFFF"/>
              </a:solidFill>
            </a:endParaRP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04B38825-EDFA-B309-0E68-06B254FEFAF7}"/>
              </a:ext>
            </a:extLst>
          </p:cNvPr>
          <p:cNvSpPr>
            <a:spLocks noGrp="1"/>
          </p:cNvSpPr>
          <p:nvPr>
            <p:ph idx="1"/>
          </p:nvPr>
        </p:nvSpPr>
        <p:spPr>
          <a:xfrm>
            <a:off x="5140934" y="469900"/>
            <a:ext cx="5953630" cy="5405968"/>
          </a:xfrm>
        </p:spPr>
        <p:txBody>
          <a:bodyPr anchor="ctr">
            <a:normAutofit/>
          </a:bodyPr>
          <a:lstStyle/>
          <a:p>
            <a:r>
              <a:rPr lang="fr-FR" dirty="0"/>
              <a:t>Ce que nous aurions voulu faire autrement:</a:t>
            </a:r>
            <a:endParaRPr lang="en-US" dirty="0"/>
          </a:p>
          <a:p>
            <a:pPr lvl="1"/>
            <a:r>
              <a:rPr lang="en-US" dirty="0"/>
              <a:t>Une meilleure répartition des tâches (pour les premiers Sprint)</a:t>
            </a:r>
            <a:endParaRPr lang="fr-FR" dirty="0"/>
          </a:p>
          <a:p>
            <a:r>
              <a:rPr lang="fr-FR" dirty="0"/>
              <a:t>Ce que nous aurions voulu développer de plus:</a:t>
            </a:r>
            <a:endParaRPr lang="en-US" dirty="0"/>
          </a:p>
          <a:p>
            <a:pPr lvl="1"/>
            <a:r>
              <a:rPr lang="en-US" dirty="0"/>
              <a:t>La location</a:t>
            </a:r>
          </a:p>
          <a:p>
            <a:pPr lvl="1"/>
            <a:r>
              <a:rPr lang="en-US" dirty="0"/>
              <a:t>Les inscriptions</a:t>
            </a:r>
            <a:endParaRPr lang="fr-FR" dirty="0"/>
          </a:p>
          <a:p>
            <a:r>
              <a:rPr lang="fr-FR" dirty="0"/>
              <a:t>Nos principaux défis:</a:t>
            </a:r>
            <a:endParaRPr lang="en-US" dirty="0"/>
          </a:p>
          <a:p>
            <a:pPr lvl="1"/>
            <a:r>
              <a:rPr lang="en-US" dirty="0"/>
              <a:t>La fusion finale</a:t>
            </a:r>
            <a:endParaRPr lang="fr-FR" dirty="0"/>
          </a:p>
          <a:p>
            <a:r>
              <a:rPr lang="fr-FR" dirty="0"/>
              <a:t>Nos fiertés:</a:t>
            </a:r>
            <a:endParaRPr lang="en-US" dirty="0"/>
          </a:p>
          <a:p>
            <a:pPr lvl="1"/>
            <a:r>
              <a:rPr lang="en-US" dirty="0"/>
              <a:t>L’idée du projet</a:t>
            </a:r>
            <a:endParaRPr lang="en-CA" dirty="0"/>
          </a:p>
        </p:txBody>
      </p:sp>
    </p:spTree>
    <p:extLst>
      <p:ext uri="{BB962C8B-B14F-4D97-AF65-F5344CB8AC3E}">
        <p14:creationId xmlns:p14="http://schemas.microsoft.com/office/powerpoint/2010/main" val="39553169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que">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que">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que">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2D8B65196514E4C8CDBE4DE27BCEFD5" ma:contentTypeVersion="15" ma:contentTypeDescription="Create a new document." ma:contentTypeScope="" ma:versionID="cbb55117bbf99d5d78ec0fa253533073">
  <xsd:schema xmlns:xsd="http://www.w3.org/2001/XMLSchema" xmlns:xs="http://www.w3.org/2001/XMLSchema" xmlns:p="http://schemas.microsoft.com/office/2006/metadata/properties" xmlns:ns3="f99f4c2f-0603-4a99-8f28-ee6eaa418895" xmlns:ns4="e8df60d8-fa8a-49aa-a6ed-24908f9a5ec3" targetNamespace="http://schemas.microsoft.com/office/2006/metadata/properties" ma:root="true" ma:fieldsID="c6609c44a34efac774060d6bdad20362" ns3:_="" ns4:_="">
    <xsd:import namespace="f99f4c2f-0603-4a99-8f28-ee6eaa418895"/>
    <xsd:import namespace="e8df60d8-fa8a-49aa-a6ed-24908f9a5ec3"/>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_activity" minOccurs="0"/>
                <xsd:element ref="ns3:MediaServiceOCR" minOccurs="0"/>
                <xsd:element ref="ns3:MediaServiceGenerationTime" minOccurs="0"/>
                <xsd:element ref="ns3:MediaServiceEventHashCode"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9f4c2f-0603-4a99-8f28-ee6eaa4188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8df60d8-fa8a-49aa-a6ed-24908f9a5ec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99f4c2f-0603-4a99-8f28-ee6eaa418895" xsi:nil="true"/>
  </documentManagement>
</p:properties>
</file>

<file path=customXml/itemProps1.xml><?xml version="1.0" encoding="utf-8"?>
<ds:datastoreItem xmlns:ds="http://schemas.openxmlformats.org/officeDocument/2006/customXml" ds:itemID="{BED4EC75-B67C-4E7A-A3E9-6610AD0715C9}">
  <ds:schemaRefs>
    <ds:schemaRef ds:uri="http://schemas.microsoft.com/sharepoint/v3/contenttype/forms"/>
  </ds:schemaRefs>
</ds:datastoreItem>
</file>

<file path=customXml/itemProps2.xml><?xml version="1.0" encoding="utf-8"?>
<ds:datastoreItem xmlns:ds="http://schemas.openxmlformats.org/officeDocument/2006/customXml" ds:itemID="{113475F0-7EA8-43A1-81CC-3E065A8A3DED}">
  <ds:schemaRefs>
    <ds:schemaRef ds:uri="http://schemas.microsoft.com/office/2006/metadata/contentType"/>
    <ds:schemaRef ds:uri="http://schemas.microsoft.com/office/2006/metadata/properties/metaAttributes"/>
    <ds:schemaRef ds:uri="http://www.w3.org/2000/xmlns/"/>
    <ds:schemaRef ds:uri="http://www.w3.org/2001/XMLSchema"/>
    <ds:schemaRef ds:uri="f99f4c2f-0603-4a99-8f28-ee6eaa418895"/>
    <ds:schemaRef ds:uri="e8df60d8-fa8a-49aa-a6ed-24908f9a5ec3"/>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3F1125-6F9B-423A-9A7B-FA0A5875B35B}">
  <ds:schemaRefs>
    <ds:schemaRef ds:uri="http://purl.org/dc/terms/"/>
    <ds:schemaRef ds:uri="f99f4c2f-0603-4a99-8f28-ee6eaa418895"/>
    <ds:schemaRef ds:uri="e8df60d8-fa8a-49aa-a6ed-24908f9a5ec3"/>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Organic</Template>
  <TotalTime>100</TotalTime>
  <Words>296</Words>
  <Application>Microsoft Office PowerPoint</Application>
  <PresentationFormat>Grand écran</PresentationFormat>
  <Paragraphs>46</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Garamond</vt:lpstr>
      <vt:lpstr>Organique</vt:lpstr>
      <vt:lpstr>API BusterBlock</vt:lpstr>
      <vt:lpstr>Objectif:</vt:lpstr>
      <vt:lpstr>Fonctionnement:</vt:lpstr>
      <vt:lpstr>Les non-membres:</vt:lpstr>
      <vt:lpstr>Les membres:</vt:lpstr>
      <vt:lpstr>Les employés:</vt:lpstr>
      <vt:lpstr>Les managers:</vt:lpstr>
      <vt:lpstr>Premier scénario: Magasin</vt:lpstr>
      <vt:lpstr>Deuxième scénario: Film</vt:lpstr>
      <vt:lpstr>Troisième scénario: Magasin</vt:lpstr>
      <vt:lpstr>Quatrième scénario: Film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BusterBlock</dc:title>
  <dc:creator>Sabourin Matthew</dc:creator>
  <cp:lastModifiedBy>Sabourin Matthew</cp:lastModifiedBy>
  <cp:revision>10</cp:revision>
  <dcterms:created xsi:type="dcterms:W3CDTF">2025-12-09T15:53:16Z</dcterms:created>
  <dcterms:modified xsi:type="dcterms:W3CDTF">2025-12-10T23:02:20Z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0x010100C2D8B65196514E4C8CDBE4DE27BCEFD5</vt:lpwstr>
  </property>
</Properties>
</file>